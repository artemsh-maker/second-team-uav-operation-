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23" r:id="rId7"/>
    <p:sldId id="326" r:id="rId8"/>
    <p:sldId id="324" r:id="rId9"/>
    <p:sldId id="307" r:id="rId10"/>
    <p:sldId id="325" r:id="rId11"/>
    <p:sldId id="281" r:id="rId12"/>
    <p:sldId id="282" r:id="rId13"/>
    <p:sldId id="314" r:id="rId14"/>
    <p:sldId id="317" r:id="rId15"/>
    <p:sldId id="327" r:id="rId16"/>
    <p:sldId id="297" r:id="rId17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5388" autoAdjust="0"/>
  </p:normalViewPr>
  <p:slideViewPr>
    <p:cSldViewPr snapToGrid="0" snapToObjects="1">
      <p:cViewPr varScale="1">
        <p:scale>
          <a:sx n="90" d="100"/>
          <a:sy n="90" d="100"/>
        </p:scale>
        <p:origin x="87" y="20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Эксплуатация беспилотных авиационных систем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защита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512" y="572696"/>
            <a:ext cx="6583680" cy="71198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62986"/>
            <a:ext cx="6583680" cy="44789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Введение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Обо мне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Проектирование и разработка узла транспортировки грузов для сельского хозяйства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Идея создания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Перспективы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Обслуживание линий электропередач с помощью БПЛА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ru-RU" sz="2000" dirty="0"/>
              <a:t>Перспективы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6B3809-6D0A-422C-9DD6-1530351A8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E715AE-739E-4F2A-953E-F4F4A1CBD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Компетенция «Эксплуатация беспилотных авиационных систем» ориентирована на эксплуатацию и проработку решений при эксплуатации БАС, а также тестирование решений, включая компьютерное зрение, навигацию, принятие решений, а также обработку данных с бортовых сенсоров.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0266671-0004-4FCC-A161-3493CDC2AB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832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00A0BB-0B3D-41BF-9822-909A23D7B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 мне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8892F0-78E8-42B4-B28C-E720687BC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Меня зовут Анастасия, я учусь в СПБПУ ИСПО им. Петра Великого на третьем курсе.</a:t>
            </a:r>
          </a:p>
          <a:p>
            <a:r>
              <a:rPr lang="ru-RU" dirty="0"/>
              <a:t>Работаю в лаборатории колледжа и занимаюсь прошивкой, настройкой дронов на </a:t>
            </a:r>
            <a:r>
              <a:rPr lang="en-US" dirty="0" err="1"/>
              <a:t>Ardupilot</a:t>
            </a:r>
            <a:r>
              <a:rPr lang="en-US" dirty="0"/>
              <a:t> </a:t>
            </a:r>
            <a:r>
              <a:rPr lang="ru-RU" dirty="0"/>
              <a:t>в</a:t>
            </a:r>
            <a:r>
              <a:rPr lang="en-US" dirty="0"/>
              <a:t> Mission Planner</a:t>
            </a:r>
            <a:r>
              <a:rPr lang="ru-RU" dirty="0"/>
              <a:t>, также составляю полетные миссии и собираю БПЛА.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782FF3-2F49-4359-9ACF-BD76055176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513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0829E-FBF5-4F07-95ED-B854CE5B7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4" y="457199"/>
            <a:ext cx="7965461" cy="2645847"/>
          </a:xfrm>
        </p:spPr>
        <p:txBody>
          <a:bodyPr/>
          <a:lstStyle/>
          <a:p>
            <a:r>
              <a:rPr lang="ru-RU" dirty="0"/>
              <a:t>Проектирование и разработка узла транспортировки грузов для сельского хозяйства</a:t>
            </a:r>
            <a:br>
              <a:rPr lang="ru-RU" dirty="0"/>
            </a:br>
            <a:r>
              <a:rPr lang="ru-RU" sz="2200" b="0" cap="none" dirty="0">
                <a:latin typeface="+mn-lt"/>
              </a:rPr>
              <a:t>Модуль 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7B13D-CDDD-44F3-BF19-907F9BADF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3466213"/>
            <a:ext cx="7965460" cy="2334513"/>
          </a:xfrm>
        </p:spPr>
        <p:txBody>
          <a:bodyPr/>
          <a:lstStyle/>
          <a:p>
            <a:r>
              <a:rPr lang="ru-RU" dirty="0"/>
              <a:t>В ходе выполнения задания было необходимо переместить три вида грузов с помощью БПЛА: удобрения в мешках, круглые тюки сена и грузы в виде контейнера.</a:t>
            </a:r>
          </a:p>
          <a:p>
            <a:r>
              <a:rPr lang="ru-RU" dirty="0"/>
              <a:t>Было необходимо спроектировать узел для сбора грузов.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8727DA-F057-45B1-8DF5-E373FF3B5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1229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sz="2200" b="0" dirty="0">
                <a:latin typeface="+mn-lt"/>
              </a:rPr>
              <a:t>Н</a:t>
            </a:r>
            <a:r>
              <a:rPr lang="ru-RU" sz="2200" b="0" cap="none" dirty="0">
                <a:latin typeface="+mn-lt"/>
              </a:rPr>
              <a:t>а рисунках представлены такие детали как захват для переноса и крюк</a:t>
            </a:r>
            <a:endParaRPr lang="ru-RU" sz="2200" b="0" dirty="0">
              <a:latin typeface="+mn-l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F8138B9-0DE7-47C7-9E0C-7D3409749CF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4452" t="9117" r="16669" b="50171"/>
          <a:stretch/>
        </p:blipFill>
        <p:spPr>
          <a:xfrm>
            <a:off x="613035" y="239232"/>
            <a:ext cx="3762264" cy="2589029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90ABED-24B5-47F8-B2EB-E87BAB95869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409" t="19457" r="6038" b="44341"/>
          <a:stretch/>
        </p:blipFill>
        <p:spPr>
          <a:xfrm>
            <a:off x="622938" y="3056859"/>
            <a:ext cx="3772167" cy="231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C864D-8F0A-4B34-BF0A-11DE0C28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200" b="0" cap="none" dirty="0">
                <a:latin typeface="+mn-lt"/>
              </a:rPr>
              <a:t>На рисунках представлены такие детали как привод раздвижения и еще один крюк, который напечатался с дефектами, из-за чего не хватило времени на дальнейшую сборку и, соответственно, на зачетный полет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CFA836-C741-48BD-B863-165AC4AB4AA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/>
          <a:srcRect l="30276" t="24415" r="23134" b="46494"/>
          <a:stretch/>
        </p:blipFill>
        <p:spPr>
          <a:xfrm>
            <a:off x="1916946" y="361507"/>
            <a:ext cx="2222205" cy="1850066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5972D4E-A95E-452B-9033-D3DCD439DD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34" t="14651" r="5108" b="41861"/>
          <a:stretch/>
        </p:blipFill>
        <p:spPr>
          <a:xfrm>
            <a:off x="765973" y="2818294"/>
            <a:ext cx="4524153" cy="298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42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Идея создания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 пример бралась следующая деталь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A663ADE-C082-436D-8DEC-17AF9146552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3709" r="137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Создание более простого в печати устройства</a:t>
            </a:r>
            <a:r>
              <a:rPr lang="en-US" sz="2200" dirty="0">
                <a:latin typeface="Times New Roman" panose="02020603050405020304" pitchFamily="18" charset="0"/>
                <a:ea typeface="Calibri" panose="020F0502020204030204" pitchFamily="34" charset="0"/>
              </a:rPr>
              <a:t>;</a:t>
            </a:r>
            <a:endParaRPr lang="ru-RU" sz="22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rtl="0"/>
            <a:r>
              <a:rPr lang="ru-RU" sz="2200" dirty="0"/>
              <a:t>Увеличить количество крюков до четырех, чтобы максимально надежно перемещать объекты</a:t>
            </a:r>
            <a:r>
              <a:rPr lang="en-US" sz="2200"/>
              <a:t>.</a:t>
            </a:r>
            <a:endParaRPr lang="ru-RU" sz="2200" dirty="0"/>
          </a:p>
        </p:txBody>
      </p:sp>
      <p:sp>
        <p:nvSpPr>
          <p:cNvPr id="23" name="Номер слайда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116" y="692943"/>
            <a:ext cx="5885180" cy="252021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Обслуживание линий электропередач с помощью БПЛА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10</a:t>
            </a:fld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В ходе выполнения задания было необходимо взлететь с точки старта и обнаружить провод, затем визуально определить дефекты, совершить посадку на провод и очистить его, все эти действия сопровождались с определенной светодиодной индикацией.</a:t>
            </a:r>
          </a:p>
        </p:txBody>
      </p:sp>
      <p:sp>
        <p:nvSpPr>
          <p:cNvPr id="5" name="Объект 3">
            <a:extLst>
              <a:ext uri="{FF2B5EF4-FFF2-40B4-BE49-F238E27FC236}">
                <a16:creationId xmlns:a16="http://schemas.microsoft.com/office/drawing/2014/main" id="{3BE15BCE-C5CF-432A-BDCC-6AFB4EC71C84}"/>
              </a:ext>
            </a:extLst>
          </p:cNvPr>
          <p:cNvSpPr txBox="1">
            <a:spLocks/>
          </p:cNvSpPr>
          <p:nvPr/>
        </p:nvSpPr>
        <p:spPr>
          <a:xfrm>
            <a:off x="4351691" y="3213682"/>
            <a:ext cx="7043618" cy="471489"/>
          </a:xfrm>
          <a:prstGeom prst="rect">
            <a:avLst/>
          </a:prstGeom>
        </p:spPr>
        <p:txBody>
          <a:bodyPr vert="horz" lIns="91440" tIns="0" rIns="9144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347472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685800" indent="-347472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r>
              <a:rPr lang="ru-RU"/>
              <a:t>Модуль 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Объект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399" y="2303463"/>
            <a:ext cx="3492137" cy="4143375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 rtl="0">
              <a:buNone/>
            </a:pPr>
            <a:r>
              <a:rPr lang="ru-RU" dirty="0"/>
              <a:t>На рисунке представлено уже прикрепленное устройство, которое обеспечивает посадку на провод за счет углубления посередине.</a:t>
            </a:r>
          </a:p>
        </p:txBody>
      </p:sp>
      <p:sp>
        <p:nvSpPr>
          <p:cNvPr id="13" name="Объект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1" y="2303463"/>
            <a:ext cx="3360586" cy="414337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Провести зачетный полет не удалось, так как в момент тестовой попытки воздушные винты обрезали приёмник и оставшегося времени хватило только на ремонт БПЛА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 rtl="0"/>
              <a:t>11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9253D5-2AD2-44BF-9595-77AC35B8D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41" y="1009439"/>
            <a:ext cx="3669532" cy="394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0F71AF-EEB1-4142-9172-91D22647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7C5DA9-9ACE-43E3-A2EF-3B25D5FB9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950535"/>
            <a:ext cx="7965460" cy="2850192"/>
          </a:xfrm>
        </p:spPr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Добавление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защелкивателей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для упрощения установки конструкции;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Добавление более усовершенствованных очистителей, которые будут осуществлять свою работу с помощью сервопривода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Переключение светодиодов в зависимости от этапа обслуживания линий электропередач.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0AFD213-16A9-4D11-BA96-03E318E1F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ru-RU" smtClean="0"/>
              <a:pPr rtl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644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689" y="1322931"/>
            <a:ext cx="4189227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{BA1A5B41-C7A7-4801-BB97-192D2EA5EDC8}TF8a9b5915-b8c7-461e-8cdd-693d48b5e323138ae9a7_win32-fecfc327da1f</Template>
  <TotalTime>112</TotalTime>
  <Words>361</Words>
  <Application>Microsoft Office PowerPoint</Application>
  <PresentationFormat>Широкоэкранный</PresentationFormat>
  <Paragraphs>42</Paragraphs>
  <Slides>13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Symbol</vt:lpstr>
      <vt:lpstr>Times New Roman</vt:lpstr>
      <vt:lpstr>Times New Roman</vt:lpstr>
      <vt:lpstr>Пользовательская</vt:lpstr>
      <vt:lpstr>Эксплуатация беспилотных авиационных систем  защита проекта</vt:lpstr>
      <vt:lpstr>Содержание</vt:lpstr>
      <vt:lpstr>Введение</vt:lpstr>
      <vt:lpstr>Обо мне</vt:lpstr>
      <vt:lpstr>Проектирование и разработка узла транспортировки грузов для сельского хозяйства Модуль А</vt:lpstr>
      <vt:lpstr>На рисунках представлены такие детали как захват для переноса и крюк</vt:lpstr>
      <vt:lpstr>На рисунках представлены такие детали как привод раздвижения и еще один крюк, который напечатался с дефектами, из-за чего не хватило времени на дальнейшую сборку и, соответственно, на зачетный полет</vt:lpstr>
      <vt:lpstr>Идея создания</vt:lpstr>
      <vt:lpstr>Перспективы</vt:lpstr>
      <vt:lpstr>Обслуживание линий электропередач с помощью БПЛА</vt:lpstr>
      <vt:lpstr>Презентация PowerPoint</vt:lpstr>
      <vt:lpstr>Перспективы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Эксплуатация беспилотных авиационных систем  защита проекта</dc:title>
  <dc:subject/>
  <dc:creator>Artem Shvetsov</dc:creator>
  <cp:lastModifiedBy>Artem Shvetsov</cp:lastModifiedBy>
  <cp:revision>7</cp:revision>
  <dcterms:created xsi:type="dcterms:W3CDTF">2025-11-13T06:29:00Z</dcterms:created>
  <dcterms:modified xsi:type="dcterms:W3CDTF">2025-11-13T08:21:09Z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